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fc528ff-71c9-5744-bb82-bb6f673d2f41}">
          <p14:sldIdLst>
            <p14:sldId id="256"/>
            <p14:sldId id="257"/>
          </p14:sldIdLst>
        </p14:section>
        <p14:section name="Solution" id="{634ac7ef-9554-506c-32d9-bae60097b73b}">
          <p14:sldIdLst>
            <p14:sldId id="258"/>
          </p14:sldIdLst>
        </p14:section>
        <p14:section name="Demo" id="{99b92804-8a88-c001-7211-0a5ce432e996}">
          <p14:sldIdLst>
            <p14:sldId id="259"/>
            <p14:sldId id="260"/>
            <p14:sldId id="261"/>
            <p14:sldId id="262"/>
          </p14:sldIdLst>
        </p14:section>
        <p14:section name="Call" id="{d8babc36-f072-f040-58c8-7eb267cfc059}">
          <p14:sldIdLst>
            <p14:sldId id="263"/>
          </p14:sldIdLst>
        </p14:section>
        <p14:section name="Close" id="{657ebc00-1d8f-121f-a4b6-7c21f1bba86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2 seconds,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audio" Target="../media/media-8-7.mp3"/><Relationship Id="rId8" Type="http://schemas.microsoft.com/office/2007/relationships/media" Target="../media/media-8-7.mp3"/><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The answer and its source</a:t>
            </a:r>
            <a:endParaRPr lang="en-US" sz="1000" dirty="0"/>
          </a:p>
        </p:txBody>
      </p:sp>
      <p:pic>
        <p:nvPicPr>
          <p:cNvPr id="26" name="Video 2"/>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Next month: Finn can't confirm</a:t>
            </a:r>
            <a:endParaRPr lang="en-US" sz="1000" dirty="0"/>
          </a:p>
        </p:txBody>
      </p:sp>
      <p:pic>
        <p:nvPicPr>
          <p:cNvPr id="26" name="Video 3"/>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After Roy's answer</a:t>
            </a:r>
            <a:endParaRPr lang="en-US" sz="1000" dirty="0"/>
          </a:p>
        </p:txBody>
      </p:sp>
      <p:pic>
        <p:nvPicPr>
          <p:cNvPr id="26" name="Video 4"/>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167"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20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20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20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20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20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20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21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21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971800"/>
            <a:ext cx="1645920" cy="25908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proud" descr="/tmp/sdtrust-deck/gifs/finn-proud.gif">    </p:cNvPr>
          <p:cNvPicPr>
            <a:picLocks noChangeAspect="1"/>
          </p:cNvPicPr>
          <p:nvPr/>
        </p:nvPicPr>
        <p:blipFill>
          <a:blip r:embed="rId2"/>
          <a:stretch>
            <a:fillRect/>
          </a:stretch>
        </p:blipFill>
        <p:spPr>
          <a:xfrm>
            <a:off x="8229600" y="1066800"/>
            <a:ext cx="2560320" cy="48768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2026-10-20T13:34:03Z</dcterms:created>
  <dcterms:modified xsi:type="dcterms:W3CDTF">2026-10-20T13:34:03Z</dcterms:modified>
</cp:coreProperties>
</file>