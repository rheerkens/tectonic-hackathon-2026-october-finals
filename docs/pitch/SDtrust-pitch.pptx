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557aeb6-463d-5107-4031-dbc81e7ae753}">
          <p14:sldIdLst>
            <p14:sldId id="256"/>
            <p14:sldId id="257"/>
          </p14:sldIdLst>
        </p14:section>
        <p14:section name="Solution" id="{b8d2b627-96e7-b06c-6720-f43f50900658}">
          <p14:sldIdLst>
            <p14:sldId id="258"/>
          </p14:sldIdLst>
        </p14:section>
        <p14:section name="Demo" id="{81d62c12-02e1-277a-0649-fcf93f7d2251}">
          <p14:sldIdLst>
            <p14:sldId id="259"/>
            <p14:sldId id="260"/>
            <p14:sldId id="261"/>
            <p14:sldId id="262"/>
          </p14:sldIdLst>
        </p14:section>
        <p14:section name="Call" id="{a62fd9da-195c-3b6f-86f8-96ea6e9416b5}">
          <p14:sldIdLst>
            <p14:sldId id="263"/>
          </p14:sldIdLst>
        </p14:section>
        <p14:section name="Close" id="{e37d2643-65ee-29a8-2819-7fb27bc84aaf}">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 Meet Finn. It plays by itself with its own narration; stay quiet and click when it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2: Sebastien's clip 2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3: Sebastien's clip 3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4: Sebastien's clip 4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2 seconds,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audio" Target="../media/media-8-7.mp3"/><Relationship Id="rId8" Type="http://schemas.microsoft.com/office/2007/relationships/media" Target="../media/media-8-7.mp3"/><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Clip 2</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2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Clip 3</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3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Clip 4</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4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20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20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20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20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20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20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21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21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971800"/>
            <a:ext cx="1645920" cy="25908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waving" descr="/tmp/sdtrust-deck/gifs/finn-waving-big.gif">    </p:cNvPr>
          <p:cNvPicPr>
            <a:picLocks noChangeAspect="1"/>
          </p:cNvPicPr>
          <p:nvPr/>
        </p:nvPicPr>
        <p:blipFill>
          <a:blip r:embed="rId2"/>
          <a:stretch>
            <a:fillRect/>
          </a:stretch>
        </p:blipFill>
        <p:spPr>
          <a:xfrm>
            <a:off x="7924800" y="1524000"/>
            <a:ext cx="2522220" cy="39624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2026-10-20T13:09:56Z</dcterms:created>
  <dcterms:modified xsi:type="dcterms:W3CDTF">2026-10-20T13:09:56Z</dcterms:modified>
</cp:coreProperties>
</file>